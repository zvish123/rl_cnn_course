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מהלכים אפשריים — רק 2 במילון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9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בוחרים את המהלך הטוב ביותר?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הלוח הנוכחי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O ·  / · X ·  / · · 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137160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D7C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1371600" cy="347472"/>
          </a:xfrm>
          <a:prstGeom prst="rect">
            <a:avLst/>
          </a:prstGeom>
          <a:solidFill>
            <a:srgbClr val="0D7C6B"/>
          </a:solidFill>
          <a:ln w="12700">
            <a:solidFill>
              <a:srgbClr val="0D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במילון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ניקוד: 0.91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count: 2,551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651760"/>
            <a:ext cx="137160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C45E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651760"/>
            <a:ext cx="1371600" cy="347472"/>
          </a:xfrm>
          <a:prstGeom prst="rect">
            <a:avLst/>
          </a:prstGeom>
          <a:solidFill>
            <a:srgbClr val="C45E1B"/>
          </a:solidFill>
          <a:ln w="12700">
            <a:solidFill>
              <a:srgbClr val="C45E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במילון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ניקוד: 0.38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count: 394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651760"/>
            <a:ext cx="137160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5B3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651760"/>
            <a:ext cx="1371600" cy="347472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במילון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3794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תחזה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137160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5B3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651760"/>
            <a:ext cx="1371600" cy="347472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במילון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תחזה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651760"/>
            <a:ext cx="137160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5B3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651760"/>
            <a:ext cx="1371600" cy="347472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במילון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309360" y="3794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תחזה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480560"/>
            <a:ext cx="228600" cy="164592"/>
          </a:xfrm>
          <a:prstGeom prst="rect">
            <a:avLst/>
          </a:prstGeom>
          <a:solidFill>
            <a:srgbClr val="0D7C6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62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קיים במילון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77440" y="4480560"/>
            <a:ext cx="228600" cy="164592"/>
          </a:xfrm>
          <a:prstGeom prst="rect">
            <a:avLst/>
          </a:prstGeom>
          <a:solidFill>
            <a:srgbClr val="5B3A8C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4462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תחזה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ממלאת את החסר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5 הלוחות עוברים דרך המודל — מקבלים ניקוד אחיד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1554480" cy="411480"/>
          </a:xfrm>
          <a:prstGeom prst="rect">
            <a:avLst/>
          </a:prstGeom>
          <a:solidFill>
            <a:srgbClr val="0D7C6B"/>
          </a:solidFill>
          <a:ln w="12700">
            <a:solidFill>
              <a:srgbClr val="0D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554480" cy="292608"/>
          </a:xfrm>
          <a:prstGeom prst="rect">
            <a:avLst/>
          </a:prstGeom>
          <a:solidFill>
            <a:srgbClr val="F2F0E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מילון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CNN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011680" y="1325880"/>
            <a:ext cx="1554480" cy="411480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011680" y="1783080"/>
            <a:ext cx="1554480" cy="292608"/>
          </a:xfrm>
          <a:prstGeom prst="rect">
            <a:avLst/>
          </a:prstGeom>
          <a:solidFill>
            <a:srgbClr val="F2F0E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CNN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2121408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3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CNN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4048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25880"/>
            <a:ext cx="1554480" cy="411480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1783080"/>
            <a:ext cx="1554480" cy="292608"/>
          </a:xfrm>
          <a:prstGeom prst="rect">
            <a:avLst/>
          </a:prstGeom>
          <a:solidFill>
            <a:srgbClr val="F2F0E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CNN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121408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3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CNN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4048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303520" y="1325880"/>
            <a:ext cx="1554480" cy="411480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0" y="1783080"/>
            <a:ext cx="1554480" cy="292608"/>
          </a:xfrm>
          <a:prstGeom prst="rect">
            <a:avLst/>
          </a:prstGeom>
          <a:solidFill>
            <a:srgbClr val="F2F0E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CNN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2121408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3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CNN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4048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949440" y="1325880"/>
            <a:ext cx="1554480" cy="411480"/>
          </a:xfrm>
          <a:prstGeom prst="rect">
            <a:avLst/>
          </a:prstGeom>
          <a:solidFill>
            <a:srgbClr val="C45E1B"/>
          </a:solidFill>
          <a:ln w="12700">
            <a:solidFill>
              <a:srgbClr val="C45E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B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49440" y="1783080"/>
            <a:ext cx="1554480" cy="292608"/>
          </a:xfrm>
          <a:prstGeom prst="rect">
            <a:avLst/>
          </a:prstGeom>
          <a:solidFill>
            <a:srgbClr val="F2F0E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מילון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2121408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E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CNN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4048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3657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(מהטוב לגרוע):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74720" y="3465576"/>
            <a:ext cx="4475988" cy="201168"/>
          </a:xfrm>
          <a:prstGeom prst="rect">
            <a:avLst/>
          </a:prstGeom>
          <a:solidFill>
            <a:srgbClr val="0D7C6B"/>
          </a:solidFill>
          <a:ln w="12700">
            <a:solidFill>
              <a:srgbClr val="0D7C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לוח A — 0.89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74720" y="3767328"/>
            <a:ext cx="4123944" cy="201168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לוח D — 0.82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0" y="4069080"/>
            <a:ext cx="3721608" cy="201168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32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לוח C — 0.74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0" y="4370832"/>
            <a:ext cx="2564892" cy="201168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3342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לוח E — 0.51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74720" y="4672584"/>
            <a:ext cx="2061972" cy="201168"/>
          </a:xfrm>
          <a:prstGeom prst="rect">
            <a:avLst/>
          </a:prstGeom>
          <a:solidFill>
            <a:srgbClr val="C45E1B"/>
          </a:solidFill>
          <a:ln w="12700">
            <a:solidFill>
              <a:srgbClr val="C45E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636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לוח B — 0.41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3246120"/>
            <a:ext cx="2834640" cy="1645920"/>
          </a:xfrm>
          <a:prstGeom prst="rect">
            <a:avLst/>
          </a:prstGeom>
          <a:solidFill>
            <a:srgbClr val="0D7C6B"/>
          </a:solidFill>
          <a:ln w="12700">
            <a:solidFill>
              <a:srgbClr val="0D7C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בחר: לוח A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9436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 0.89 — הגבוה ביותר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43600" y="42793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(מקור: מילון, count=2,551)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אסטרטגיות לשילוב מילון + CNN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א׳ — CNN לכולם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מעבירים את כל הלוחות דרך CNN.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מתעלמים מהמילון לחלוטין.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0D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השוואה הוגנת — אותה סקאלה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C45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מבזבזים מידע אמין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solidFill>
            <a:srgbClr val="0D7C6B"/>
          </a:solidFill>
          <a:ln w="12700">
            <a:solidFill>
              <a:srgbClr val="0D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ב׳ — שילוב משוקלל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גבוה → סמוך על המילון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נמוך / חסר → CNN מחליטה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0D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מנצל מידע אמין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C45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מורכב יותר לממש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8412480" cy="1993392"/>
          </a:xfrm>
          <a:prstGeom prst="rect">
            <a:avLst/>
          </a:prstGeom>
          <a:solidFill>
            <a:srgbClr val="12131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44368"/>
            <a:ext cx="8412480" cy="29260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choose_best_move()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algn="l"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choose_best_move</a:t>
            </a:r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(possible_boards, model, data, trust=100):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{}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board_str, tensor </a:t>
            </a:r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possible_boards.items():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board_str in data and data[board_str]['count'] &gt;= trust: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scores[board_str] = data[board_str]['accumulated_score']  # dict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probs = model.predict(tensor[np.newaxis], verbose=0)[0]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scores[board_str] = float(probs[0])  # CNN prediction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algn="l"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(scores, key=scores.get)  # best board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בחירת המהלך הטוב ביותר — מילון + CNN</dc:title>
  <dc:subject>PptxGenJS Presentation</dc:subject>
  <dc:creator>PptxGenJS</dc:creator>
  <cp:lastModifiedBy>PptxGenJS</cp:lastModifiedBy>
  <cp:revision>1</cp:revision>
  <dcterms:created xsi:type="dcterms:W3CDTF">2026-03-20T14:39:46Z</dcterms:created>
  <dcterms:modified xsi:type="dcterms:W3CDTF">2026-03-20T14:39:46Z</dcterms:modified>
</cp:coreProperties>
</file>